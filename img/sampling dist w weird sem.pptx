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720"/>
    <p:restoredTop sz="94677"/>
  </p:normalViewPr>
  <p:slideViewPr>
    <p:cSldViewPr snapToGrid="0" snapToObjects="1">
      <p:cViewPr>
        <p:scale>
          <a:sx n="50" d="100"/>
          <a:sy n="50" d="100"/>
        </p:scale>
        <p:origin x="424" y="1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5A5DB-006D-E548-A715-7FD04B45BD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B98A61-78A2-9C48-A6F7-2C82287A86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641B2D-A49E-164D-806D-635321F75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F8D59-F7D3-1F44-B3F2-10BE547B74EA}" type="datetimeFigureOut">
              <a:rPr lang="en-US" smtClean="0"/>
              <a:t>12/23/22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4A07F-0985-CC4C-A54B-22FBEC41B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2AD497-D3A5-4A44-A451-924A6D4D9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B0A7D-4F8D-0E43-842C-542506140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911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F57A3-F071-6744-9C3E-4767384B8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4EA98-E6C0-0946-B352-D6961018E6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44BE3B-B871-8549-A761-C8DA86F7A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F8D59-F7D3-1F44-B3F2-10BE547B74EA}" type="datetimeFigureOut">
              <a:rPr lang="en-US" smtClean="0"/>
              <a:t>12/23/22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77BF6-A322-8843-A4E1-A00ED1170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2F38E1-CB67-9549-841D-358EE28ED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B0A7D-4F8D-0E43-842C-542506140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935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F9E0C-D141-C140-9338-BF598A09C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8C8417-788D-6D4A-9CE4-F4F418E4E0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CE1FEC-1F32-C44D-914B-B90D7DBFD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F8D59-F7D3-1F44-B3F2-10BE547B74EA}" type="datetimeFigureOut">
              <a:rPr lang="en-US" smtClean="0"/>
              <a:t>12/23/22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A8506B-24EA-1E4C-B8C6-18336FD73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20BB28-DCB4-9B47-8C30-DB0F5C3D9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B0A7D-4F8D-0E43-842C-542506140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04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E8621-EDF8-C24F-895F-B70337EAD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274DE-5142-E64A-A903-EEE9F941DE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1DFD22-7573-6F42-BA39-390DB8EE22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9D0BFE-3A42-2541-9283-233E066EB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F8D59-F7D3-1F44-B3F2-10BE547B74EA}" type="datetimeFigureOut">
              <a:rPr lang="en-US" smtClean="0"/>
              <a:t>12/23/22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DBCAC4-D6EE-8741-9EDF-6D346A0BF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D9F0C2-57B3-B848-BC15-4C3061CB3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B0A7D-4F8D-0E43-842C-542506140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171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869E7-35CF-1645-9451-E5ACCCB5F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0ACF32-E5D0-B64D-8C01-6CD341B9D9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51709-2B44-BA47-9BCA-5BBBBC9783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DBAF3F-0F37-674F-A20D-EACC385410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5850A4-6C1A-D543-887B-0A4717AAB4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2F5AF4-0DD3-9745-B28E-ED834C110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F8D59-F7D3-1F44-B3F2-10BE547B74EA}" type="datetimeFigureOut">
              <a:rPr lang="en-US" smtClean="0"/>
              <a:t>12/23/22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8E9562-CE47-2943-A76D-40A99D77D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76D55F-7072-B24B-B158-5E16478B7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B0A7D-4F8D-0E43-842C-542506140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80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7E8A4-B425-F242-8F1F-15EA33EC1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0B164F-6365-E94B-B0CB-A0F046398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F8D59-F7D3-1F44-B3F2-10BE547B74EA}" type="datetimeFigureOut">
              <a:rPr lang="en-US" smtClean="0"/>
              <a:t>12/23/22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19AC78-2153-6643-BAE8-BC10C97D4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F93291-9AB1-A746-96E6-30083D239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B0A7D-4F8D-0E43-842C-542506140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293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DE12B8-91A8-C746-90BF-44A6C1DF0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F8D59-F7D3-1F44-B3F2-10BE547B74EA}" type="datetimeFigureOut">
              <a:rPr lang="en-US" smtClean="0"/>
              <a:t>12/23/22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9ACD9E-1248-D442-9CA1-C590CE9EA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A155AA-EA59-5B43-BF24-743FEB6DD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B0A7D-4F8D-0E43-842C-542506140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37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B6948-344A-F04E-93CF-4D6763E6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75A9B6-5CB1-044D-B97B-D52BA8435B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56982-7E8A-6F46-92CB-59341C5E4A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E4716E-AB6A-F04B-845A-ADBA07255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F8D59-F7D3-1F44-B3F2-10BE547B74EA}" type="datetimeFigureOut">
              <a:rPr lang="en-US" smtClean="0"/>
              <a:t>12/23/22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A3C8F7-0559-BA45-9DEB-E7907A2C8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155502-4596-134B-AAA5-FD5DD7E62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B0A7D-4F8D-0E43-842C-542506140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629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237E6-1162-B247-A3FE-D758C38EE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64C289-A5C9-5546-A6A2-626ADFB5B7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C40371-0939-E148-AE82-2F912FE105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AB6AD9-39F0-E144-9835-F7B197E03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F8D59-F7D3-1F44-B3F2-10BE547B74EA}" type="datetimeFigureOut">
              <a:rPr lang="en-US" smtClean="0"/>
              <a:t>12/23/22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07ED7D-4586-6849-B95D-1517DCA71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3EDC30-E2B6-C44C-BF2F-4F3E15592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B0A7D-4F8D-0E43-842C-542506140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499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1F7DE-528D-6244-AFB6-7375157BB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2EC2FF-44B3-1C47-BEE5-514B193EF1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880D60-6A10-B84F-8616-149D53306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F8D59-F7D3-1F44-B3F2-10BE547B74EA}" type="datetimeFigureOut">
              <a:rPr lang="en-US" smtClean="0"/>
              <a:t>12/23/22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1D0DB1-7197-A446-A837-3391471A0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449520-43C7-EB4F-AE79-487170352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B0A7D-4F8D-0E43-842C-542506140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952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713E90-2349-CF44-92AC-76099D233E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6CEFAA-89F3-4342-9707-CA358B0491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B86756-838E-7745-8545-619A0A14A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F8D59-F7D3-1F44-B3F2-10BE547B74EA}" type="datetimeFigureOut">
              <a:rPr lang="en-US" smtClean="0"/>
              <a:t>12/23/22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C873BE-28D8-4847-85B5-D19E0ABB5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DBF97-07E5-8747-9BEB-F155A24EE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5B0A7D-4F8D-0E43-842C-542506140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975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6EA07E-84B4-F044-A192-499B10E7F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8682FC-246F-AA4F-AAFD-D34D4E7820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51255E-4C8E-D740-972D-F275CFABBB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9F8D59-F7D3-1F44-B3F2-10BE547B74EA}" type="datetimeFigureOut">
              <a:rPr lang="en-US" smtClean="0"/>
              <a:t>12/23/22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96CF2-3E29-CC4D-A009-C99FE335B0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C4D6C8-EA65-6F4E-9B1F-AB2F0CAA76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5B0A7D-4F8D-0E43-842C-5425061408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228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1E9AFED-C5EA-AA43-A6BF-4BDE029E9C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12192000" cy="6096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C833C27-B5C2-614C-84F8-D767E8FF294B}"/>
              </a:ext>
            </a:extLst>
          </p:cNvPr>
          <p:cNvSpPr/>
          <p:nvPr/>
        </p:nvSpPr>
        <p:spPr>
          <a:xfrm>
            <a:off x="1267326" y="5727032"/>
            <a:ext cx="10074442" cy="5133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392CCD-61C7-F04E-9150-8E2B1726A079}"/>
              </a:ext>
            </a:extLst>
          </p:cNvPr>
          <p:cNvSpPr txBox="1"/>
          <p:nvPr/>
        </p:nvSpPr>
        <p:spPr>
          <a:xfrm>
            <a:off x="6199774" y="5612740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30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CD7894-F5F3-1F47-A01E-0F32E4BD65F1}"/>
              </a:ext>
            </a:extLst>
          </p:cNvPr>
          <p:cNvSpPr txBox="1"/>
          <p:nvPr/>
        </p:nvSpPr>
        <p:spPr>
          <a:xfrm>
            <a:off x="4590617" y="5612739"/>
            <a:ext cx="1122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29.11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2DF1A0-D313-0345-89E4-BB926854D938}"/>
              </a:ext>
            </a:extLst>
          </p:cNvPr>
          <p:cNvSpPr txBox="1"/>
          <p:nvPr/>
        </p:nvSpPr>
        <p:spPr>
          <a:xfrm>
            <a:off x="3142597" y="5612739"/>
            <a:ext cx="1122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28.21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09EB99-F277-9B4D-A662-F79B9CCF39AA}"/>
              </a:ext>
            </a:extLst>
          </p:cNvPr>
          <p:cNvSpPr txBox="1"/>
          <p:nvPr/>
        </p:nvSpPr>
        <p:spPr>
          <a:xfrm>
            <a:off x="1712865" y="5612738"/>
            <a:ext cx="1122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22.32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021D11-16D7-514B-81B4-22DC56CED3D3}"/>
              </a:ext>
            </a:extLst>
          </p:cNvPr>
          <p:cNvSpPr txBox="1"/>
          <p:nvPr/>
        </p:nvSpPr>
        <p:spPr>
          <a:xfrm>
            <a:off x="7387860" y="5612737"/>
            <a:ext cx="1122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30.89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F704CC-B20A-9047-8C03-C6C83F26C6B3}"/>
              </a:ext>
            </a:extLst>
          </p:cNvPr>
          <p:cNvSpPr txBox="1"/>
          <p:nvPr/>
        </p:nvSpPr>
        <p:spPr>
          <a:xfrm>
            <a:off x="8801638" y="5612736"/>
            <a:ext cx="1122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31.79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3C6DE4-288A-2449-B7CF-3B2932A32076}"/>
              </a:ext>
            </a:extLst>
          </p:cNvPr>
          <p:cNvSpPr txBox="1"/>
          <p:nvPr/>
        </p:nvSpPr>
        <p:spPr>
          <a:xfrm>
            <a:off x="10155460" y="5609469"/>
            <a:ext cx="11224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32.68</a:t>
            </a:r>
          </a:p>
        </p:txBody>
      </p:sp>
    </p:spTree>
    <p:extLst>
      <p:ext uri="{BB962C8B-B14F-4D97-AF65-F5344CB8AC3E}">
        <p14:creationId xmlns:p14="http://schemas.microsoft.com/office/powerpoint/2010/main" val="34966284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14239</TotalTime>
  <Words>7</Words>
  <Application>Microsoft Macintosh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Lacour, Mark</dc:creator>
  <cp:lastModifiedBy>Lacour, Mark</cp:lastModifiedBy>
  <cp:revision>2</cp:revision>
  <dcterms:created xsi:type="dcterms:W3CDTF">2022-12-23T16:13:15Z</dcterms:created>
  <dcterms:modified xsi:type="dcterms:W3CDTF">2023-01-02T13:32:37Z</dcterms:modified>
</cp:coreProperties>
</file>